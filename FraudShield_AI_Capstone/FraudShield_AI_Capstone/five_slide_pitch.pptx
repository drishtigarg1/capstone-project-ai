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FEEA7E-A679-5F60-0AA7-87FB468FA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5CFA18-479A-7A67-E649-A21EB6121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101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303144-1D4D-DBAB-ADFF-822255D52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02C4146-6B40-311A-4A1F-10840BDB3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8A2AB0E-5214-884D-6EBA-2EC1EA6A9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F82026-30B9-E7A9-AA0B-0E5547008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Drishti Garg</cp:lastModifiedBy>
  <cp:revision>2</cp:revision>
  <dcterms:created xsi:type="dcterms:W3CDTF">2013-01-27T09:14:16Z</dcterms:created>
  <dcterms:modified xsi:type="dcterms:W3CDTF">2026-10-19T10:46:07Z</dcterms:modified>
  <cp:category/>
</cp:coreProperties>
</file>